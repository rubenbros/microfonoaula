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Noise Monitor  |  Educational acoustics for schools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github.com/Rubenbros/microfonoAula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341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341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88952" cy="652881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Noise Monitor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sound of the classroom into learning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3977640"/>
            <a:ext cx="10972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open, low-cost IoT system for schools  ·  Demo edition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international teaching colleagues  ·  May 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341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classroom noise matters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shapes attention, well-being and learning every single minute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0" cy="4023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16200000">
              <a:srgbClr val="94A3B8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65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2514600"/>
            <a:ext cx="73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97480"/>
            <a:ext cx="28346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noise above ~55 dB measurably reduces reading comprehension and working memory, especially in younger students and language learners.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3291840" cy="4023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16200000">
              <a:srgbClr val="94A3B8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965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663440" y="2514600"/>
            <a:ext cx="73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697480"/>
            <a:ext cx="28346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suffer the highest rate of voice disorders of any profession. Sustained classroom noise also raises stress and fatigue for everyone.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21040" y="1828800"/>
            <a:ext cx="3291840" cy="4023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16200000">
              <a:srgbClr val="94A3B8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49640" y="1965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549640" y="2514600"/>
            <a:ext cx="73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2697480"/>
            <a:ext cx="28346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with hearing aids, autism, or ADHD are disproportionately affected. A quieter room is a more inclusive room.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341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does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loop: measure → visualise → reflect → act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microphones in each classroom measure sound levels (dB) every few seconds.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microphone gives instant visual feedback to students via a colored LED.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readings stream to a single web dashboard that teachers can open from any device.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lets schools compare rooms, days, lessons, or whole school years.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be replicable: open source, public MQTT broker, public HTTPS URL — no IT setup needed.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341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classroom to the cloud, in a few hops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463040" cy="1554480"/>
          </a:xfrm>
          <a:prstGeom prst="roundRect">
            <a:avLst>
              <a:gd name="adj" fmla="val 500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mic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+ I2S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57400" y="2971800"/>
            <a:ext cx="960120" cy="411480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2377440"/>
            <a:ext cx="1463040" cy="155448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2560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MQTT broker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63240" y="3154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broker.hivemq.com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971800"/>
            <a:ext cx="960120" cy="411480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77840" y="2377440"/>
            <a:ext cx="1463040" cy="155448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2560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77840" y="3154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SQLite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86600" y="2971800"/>
            <a:ext cx="960120" cy="411480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2377440"/>
            <a:ext cx="1463040" cy="155448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2560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92440" y="3154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WebSocket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01200" y="2971800"/>
            <a:ext cx="960120" cy="411480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07040" y="2377440"/>
            <a:ext cx="1463040" cy="155448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0" y="2560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HTTPS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607040" y="3154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Tunnel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389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school IT changes required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475488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Microphones use the school Wi-Fi as ordinary student devices would.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leaves through normal HTTPS — no inbound firewall rules, no open ports.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with the link and password can view the live dashboard from anywhere.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341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hardware: small, cheap, classroom-friendly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room only needs one device the size of a matchbox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16200000">
              <a:srgbClr val="94A3B8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M5Stack ATOM Echo S3R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microcontroller + I2S MEMS microphone + RGB LED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20 USD per classroom — fits inside almost any school budget.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USB-C powered; can be plugged into a wall adapter or laptop.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enabled; configured once and forgotten.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is open source, written with PlatformIO (Arduino framework).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filtering and per-mic calibration baked in for stable readings.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16200000">
              <a:srgbClr val="94A3B8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schools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83680" y="237744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microphone array, no dedicated PC, no recurring cloud fees.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is the same one used in maker / robotics clubs — students can build it.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LED makes the system understandable to a 6-year-old.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scale: from 1 pilot classroom to a whole school.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setup works in primary, secondary and university settings.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341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feedback students can read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 is a silent classroom partner — no teacher voice required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2286000" cy="22860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25400" dir="16200000">
              <a:srgbClr val="94A3B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606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dB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7548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Reading, individual work, focused listening.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1828800"/>
            <a:ext cx="2286000" cy="22860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25400" dir="16200000">
              <a:srgbClr val="94A3B8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2606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– 70 dB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80560" y="4297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480560" y="47548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work, lively discussion, normal class buzz.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778240" y="1828800"/>
            <a:ext cx="2286000" cy="22860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25400" dir="16200000">
              <a:srgbClr val="94A3B8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78240" y="2606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70 dB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21040" y="4297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loud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21040" y="47548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pause, breathe, and reset the room.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341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dashboard, every classroom in the school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status, historical trends, and side-by-side comparisons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980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16200000">
              <a:srgbClr val="94A3B8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749808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691640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" y="169164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0432" y="169164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6276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aulas.your-school.edu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148840"/>
            <a:ext cx="21945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148840"/>
            <a:ext cx="219456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101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7889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914400" y="3474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08960" y="2148840"/>
            <a:ext cx="21945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2148840"/>
            <a:ext cx="219456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102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46120" y="27889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3246120" y="3474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2148840"/>
            <a:ext cx="21945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40680" y="2148840"/>
            <a:ext cx="219456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103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77840" y="27889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5577840" y="3474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4023360"/>
            <a:ext cx="21945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4023360"/>
            <a:ext cx="219456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206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room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46634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914400" y="5349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08960" y="4023360"/>
            <a:ext cx="21945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08960" y="4023360"/>
            <a:ext cx="219456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4206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46120" y="46634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3246120" y="5349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40680" y="4023360"/>
            <a:ext cx="21945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40680" y="4023360"/>
            <a:ext cx="219456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0" y="4206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577840" y="46634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5577840" y="5349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321040" y="1554480"/>
            <a:ext cx="3383280" cy="457200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16200000">
              <a:srgbClr val="94A3B8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503920" y="1691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at a glance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503920" y="2194560"/>
            <a:ext cx="3108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tiles per classroom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Per-room history view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schedule timeline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Floor-plan visualisation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Cross-room comparator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compare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341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Pedagogy 1 — Awareness &amp; shared agreements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shouting at the class to negotiating norms with the class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4980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16200000">
              <a:srgbClr val="94A3B8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rituals it enables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6949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target dB level together for individual reading time.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End-of-lesson reflection: "how loud were we today, and was that the right level?"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noise badge — class chooses a goal and tracks it themselves.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teachers see at a glance what the room is supposed to sound like.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de-escalation: the LED, not the teacher, signals "too loud".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321040" y="1645920"/>
            <a:ext cx="3383280" cy="4572000"/>
          </a:xfrm>
          <a:prstGeom prst="roundRect">
            <a:avLst>
              <a:gd name="adj" fmla="val 2162"/>
            </a:avLst>
          </a:prstGeom>
          <a:solidFill>
            <a:srgbClr val="FEF3C7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16200000">
              <a:srgbClr val="94A3B8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03920" y="1828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03920" y="2377440"/>
            <a:ext cx="3108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regulate behavior more effectively when feedback is immediate, visible and impersonal. The LED removes the teacher from the loop — and the class from a power struggle.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341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Pedagogy 2 — A whole curriculum lives inside this device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project, many subjects — adaptable from age 8 to 18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23160" cy="420624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16200000">
              <a:srgbClr val="94A3B8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659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423160"/>
            <a:ext cx="5486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06040"/>
            <a:ext cx="2057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sound?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Decibels &amp; logarithmic scales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vs. frequency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20440" y="1828800"/>
            <a:ext cx="2423160" cy="420624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16200000">
              <a:srgbClr val="94A3B8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03320" y="19659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 / Data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703320" y="2423160"/>
            <a:ext cx="5486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2606040"/>
            <a:ext cx="2057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Averages, medians, percentiles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&amp; trends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2240" y="1828800"/>
            <a:ext cx="2423160" cy="420624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16200000">
              <a:srgbClr val="94A3B8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19659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675120" y="2423160"/>
            <a:ext cx="5486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606040"/>
            <a:ext cx="2057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&amp; publish/subscribe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&amp; WebSockets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&amp; rollups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464040" y="1828800"/>
            <a:ext cx="2423160" cy="420624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16200000">
              <a:srgbClr val="94A3B8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46920" y="19659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Citizenship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46920" y="2423160"/>
            <a:ext cx="5486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46920" y="2606040"/>
            <a:ext cx="2057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pollution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health (teachers)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classrooms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students can fork the firmware, the API, or the dashboard and contribute features back to their own school.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341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Pedagogy 3 — Data literacy with data students care about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their own classroom — questions become personal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time of day is loudest? Why?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our class get noisier on Fridays?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our room with the room next door during the same lesson.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new seating plan really make a difference?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before-and-after when we changed the carpet, blinds, or class size.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Hypothesize, test, and share findings with the school council.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16200000">
              <a:srgbClr val="94A3B8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on the dashboard is also a JSON endpoint — students can pull data into Excel, Google Sheets, Python, R or Scratch.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341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teachers see, beyond the live numbers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over weeks and terms — not just snapshots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16200000">
              <a:srgbClr val="94A3B8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0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time slot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loud is each lesson period, on average, across the week — built from the school timetable.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16200000">
              <a:srgbClr val="94A3B8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920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room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46520" y="242316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classrooms side by side. Identify acoustic issues with specific spaces, not specific teachers.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16200000">
              <a:srgbClr val="94A3B8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206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date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470916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today unusually noisy? Compare a Monday to last Monday, or this term to the previous one.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402336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16200000">
              <a:srgbClr val="94A3B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4206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school year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470916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trends help leadership track wellbeing initiatives objectively.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341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room, not the people in it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DCFCE7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16200000">
              <a:srgbClr val="94A3B8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collect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decibel number, sampled every few seconds.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Min, max, and average per minute and hour.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room identifier (e.g. "room_101").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645920"/>
            <a:ext cx="5577840" cy="4572000"/>
          </a:xfrm>
          <a:prstGeom prst="roundRect">
            <a:avLst>
              <a:gd name="adj" fmla="val 1600"/>
            </a:avLst>
          </a:prstGeom>
          <a:solidFill>
            <a:srgbClr val="FEE2E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16200000">
              <a:srgbClr val="94A3B8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NOT collect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audio recordings — voices never leave the device.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speech-to-text, no keyword detection.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identifiers, no faces, no names.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location beyond the room label the school chooses.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the system compatible with GDPR, FERPA-style policies, and the kind of conversations schools actually want to have with families about technology.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341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school gets started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a working dashboard in an afternoon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77240" cy="77724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64792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00200" y="16916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 one microphone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10312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Wi-Fi once. The device connects to a public MQTT broker — no school IT setup required.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777240" cy="77724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07792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00200" y="28346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server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324612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command starts the backend, the dashboard, and a secure public HTTPS URL via Cloudflare Tunnel.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777240" cy="77724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50792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00200" y="39776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link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438912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link and password to teachers. They open it on any phone, tablet or interactive whiteboard.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777240" cy="77724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193792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00200" y="51206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rooms over time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553212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microphone joins the dashboard automatically. No code, no migrations, no extra cost.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341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compared to existing tools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educators, for educators — not by an enterprise vendor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16200000">
              <a:srgbClr val="94A3B8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11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2651760"/>
            <a:ext cx="731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880360"/>
            <a:ext cx="2834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20 USD per room of hardware, free software, free public broker, free HTTPS tunnel. A pilot fits in a teacher's pocket budget.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32918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16200000">
              <a:srgbClr val="94A3B8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2011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663440" y="2651760"/>
            <a:ext cx="731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880360"/>
            <a:ext cx="2834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Firmware, backend, frontend and documentation are open source under the MIT license. Schools can audit and adapt every component.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21040" y="1828800"/>
            <a:ext cx="32918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16200000">
              <a:srgbClr val="94A3B8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49640" y="2011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Replicable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549640" y="2651760"/>
            <a:ext cx="731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2880360"/>
            <a:ext cx="2834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be deployed by any teacher with a USB cable and 30 minutes. Not a pilot that needs vendors to support it forever.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341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88952" cy="652881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bring this to your school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6974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looking for international classrooms to pilot, translate and improve the project.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" y="3520440"/>
            <a:ext cx="10972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79476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dashboard live during this session.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microphone home and run a one-week pilot in your own classroom.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Co-design lesson plans that fit your local curriculum.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the dashboard into your students' languages.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3415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Classroom Noise Monitor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Classroom Noise Monitor</dc:title>
  <dc:subject>Educational technology demo</dc:subject>
  <dc:creator>Classroom Noise Monitor Team</dc:creator>
  <cp:lastModifiedBy>Classroom Noise Monitor Team</cp:lastModifiedBy>
  <cp:revision>1</cp:revision>
  <dcterms:created xsi:type="dcterms:W3CDTF">2026-05-11T15:45:29Z</dcterms:created>
  <dcterms:modified xsi:type="dcterms:W3CDTF">2026-05-11T15:45:29Z</dcterms:modified>
</cp:coreProperties>
</file>