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One viewpoint of the room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61320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rgbClr val="A7F3D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Graceful degradation if a mic fails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Opens the door to heatmaps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 S3R — ESP32-S3 + MEMS mic + RGB 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listening node with its USB-C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USD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7782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listening point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87782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 per classroom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8" name="Shape 15"/>
          <p:cNvSpPr/>
          <p:nvPr/>
        </p:nvSpPr>
        <p:spPr>
          <a:xfrm>
            <a:off x="87782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54498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nodes, ready to install.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1938528"/>
            <a:ext cx="252374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806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36608" y="1938528"/>
            <a:ext cx="215798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6404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box, 24 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already telling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of continuous monitoring in one classroom — 7 microphones,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02996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recording, no dropouts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00760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school day, 7 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998524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spread across mics in the same room — the distributed model earns its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202996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lesson average (5th period, just after lunch)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600760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moment of the day — the break, when the room is empty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5600" dirty="0"/>
          </a:p>
        </p:txBody>
      </p:sp>
      <p:sp>
        <p:nvSpPr>
          <p:cNvPr id="27" name="Shape 25"/>
          <p:cNvSpPr/>
          <p:nvPr/>
        </p:nvSpPr>
        <p:spPr>
          <a:xfrm>
            <a:off x="998524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 above 70 dB — the room never tipped into 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EduSound Metrics</cp:lastModifiedBy>
  <cp:revision>1</cp:revision>
  <dcterms:created xsi:type="dcterms:W3CDTF">2026-05-11T16:37:49Z</dcterms:created>
  <dcterms:modified xsi:type="dcterms:W3CDTF">2026-05-11T16:37:49Z</dcterms:modified>
</cp:coreProperties>
</file>